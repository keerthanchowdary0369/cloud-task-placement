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955A432-B045-3CB8-27C4-61EAC7EFD27C}">
          <p14:sldIdLst>
            <p14:sldId id="256"/>
            <p14:sldId id="257"/>
            <p14:sldId id="258"/>
            <p14:sldId id="259"/>
          </p14:sldIdLst>
        </p14:section>
        <p14:section name="Design" id="{510237D8-6569-3CBF-D332-3D4E5911C60F}">
          <p14:sldIdLst>
            <p14:sldId id="260"/>
            <p14:sldId id="261"/>
            <p14:sldId id="262"/>
            <p14:sldId id="263"/>
            <p14:sldId id="264"/>
          </p14:sldIdLst>
        </p14:section>
        <p14:section name="Implementation" id="{581A25FC-E515-D327-9E02-57870B12B452}">
          <p14:sldIdLst>
            <p14:sldId id="265"/>
          </p14:sldIdLst>
        </p14:section>
        <p14:section name="Results" id="{B6F05A5E-D004-083B-78C4-E5495F46D565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86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place tasks/VMs on servers so that high-value tasks get low latency without exceeding capacity. Picture shows the synthetic 40-server network used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one sentence: choose which tasks run where so valuable tasks get low latency within capacity. It is a generalised assignment problem, so NP-hard; we use structure-aware heuristics.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foundational algorithm papers and textbooks the project builds on. Add two or three cloud-placement papers you have actually read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requirements say what the system does; non-functional say how well. Input and output boxes show the data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is synthetic and seeded, so every result can be reproduced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stages. The MST is for the cheap backbone; shortest paths give the latency matrix; the placement stage uses the matrix plus capacities.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Kruskal and Prim always returned the same total weight in the tests, which is a built-in correctness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subproblem has a named algorithm with a reason. n is the number of items, C the capacity, V servers, E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round. Stress that the whole problem is NP-hard so we measured against the exact MILP optimum rather than claiming optimality.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repo structure. All 7 tests pass; run_experiments.py regenerates every chart and number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experiments, each averaged over several seeds where noted. Baselines are nearest-first and random.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Johnson is about 12 times faster than Floyd-Warshall at 200 servers on this sparse topology. Kruskal and Prim stay under a millisecond.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120 servers Johnson stayed ahead everywhere we tested, but the lead shrank as links were added. Theory says Floyd-Warshall wins only near complete graphs, which we did not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12 small instances Greedy+DP and nearest-first both reach about 95 percent of optimal. We report that honestly: the DP advantage shows up under load,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Utility is almost identical, but Greedy+DP keeps latency about 3.5 times lower at load 1.5 and places slightly more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MST saves about 74 percent of links and over 80 percent of link cost, but stretches latency 1.8 to 2.7 times, so it should carry background traffic, not latency-critical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limitations: synthetic data, one resource type, static workload,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ITLE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Cloud Task Placement  |  DAA Internal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Task Placement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Latency-aware VM placement using graphs, greedy algorithms and dynamic programming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 and Analysis of Algorithms  |  Internal Project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ADCFC"/>
                </a:solidFill>
              </a:rPr>
              <a:t>Team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1. Andrew Devasani  |  25WU0102067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2. Sathyanarayana Varma  |  25WU0102088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3. G. Daiwik Reddy  |  25WU0102340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4. G. Keerthan Chowdary  |  25WU0102076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B.Tech CSE (2025-2029), Woxsen University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92040" y="640080"/>
            <a:ext cx="3794760" cy="3840480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/home/claude/cloud_task_placement/results/topology_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777240"/>
            <a:ext cx="3520440" cy="2990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</a:rPr>
              <a:t>40 servers: MST backbone in orange, darker = fuller</a:t>
            </a:r>
            <a:endParaRPr lang="en-US" sz="11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problem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 cloud has servers connected by links with latencies. Each task needs some capacity, earns a value, and has users at a particular node. Decide which tasks to run and where, so total value minus latency cost is maximised and no server is overloaded.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matters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Poor placement means slow responses and wasted servers. Exact solutions do not scale (the problem is NP-hard), so good heuristics matter.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75488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37760" y="1444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3776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Match algorithms to subproblems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664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MST for the backbone, shortest paths for latency, greedy and DP for placement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25877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23560" y="2441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Respect real constraints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807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Server capacities and a latency penalty shape every placement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34747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37760" y="373075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3584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Measure the trade-offs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623560" y="3950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Time bounds, measured runtime and quality against the exact optimum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Background: algorithms used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Contribution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Kruskal (1956)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Greedy MST by sorted edges + union-find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Backbone network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Prim (1957)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Grow an MST from one node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Cross-check of Kruskal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Dijkstra (1959)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Shortest paths, non-negative weights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Server-to-server latency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Floyd (1962), Warshall (1962)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All-pairs shortest paths by DP, O(V^3)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Dense-network latency matrix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Johnson (1977)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APSP for sparse graphs via reweighting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Sparse-network latency matrix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Martello and Toth (1990)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Knapsack problems: DP and bounds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Per-server task selection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Cormen et al., CLRS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Textbook proofs and complexity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Correctness arguments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Gap addressed: the textbook algorithms are usually taught separately; this project combines them in one placement pipeline and measures the trade-offs.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Software requirements (SRS)</a:t>
            </a:r>
            <a:endParaRPr lang="en-US" sz="3000" dirty="0"/>
          </a:p>
        </p:txBody>
      </p:sp>
      <p:sp>
        <p:nvSpPr>
          <p:cNvPr id="4" name="card-Functional requirements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Functional requirements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FR1  Generate or load a server network and workload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FR2  Build an MST backbone (Kruskal, Prim)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FR3  Compute latency matrix (Dijkstra, Floyd-Warshall, Johnson)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FR4  Place tasks within capacity (Greedy + DP)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FR5  Compare with baselines and the exact optimum</a:t>
            </a:r>
            <a:endParaRPr lang="en-US" sz="1200" dirty="0"/>
          </a:p>
        </p:txBody>
      </p:sp>
      <p:sp>
        <p:nvSpPr>
          <p:cNvPr id="7" name="card-Non-functional requirements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Non-functional requirements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Correct: tests cross-check every algorithm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Fast: placement of 600 tasks on 80 servers in well under a second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Reproducible: seeded synthetic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Modular: one file per algorithm family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Python only, matplotlib for charts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74904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Input: </a:t>
            </a:r>
            <a:r>
              <a:rPr lang="en-US" sz="1200" dirty="0">
                <a:solidFill>
                  <a:schemeClr val="bg1"/>
                </a:solidFill>
              </a:rPr>
              <a:t>Topology (nodes, link latencies), server capacities, task demand, value and origin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74904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Output: </a:t>
            </a:r>
            <a:r>
              <a:rPr lang="en-US" sz="1200" dirty="0">
                <a:solidFill>
                  <a:schemeClr val="bg1"/>
                </a:solidFill>
              </a:rPr>
              <a:t>Task-to-server plan, utility, average latency, charts and policy tables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and model</a:t>
            </a:r>
            <a:endParaRPr lang="en-US" sz="3000" dirty="0"/>
          </a:p>
        </p:txBody>
      </p:sp>
      <p:sp>
        <p:nvSpPr>
          <p:cNvPr id="4" name="card-Network (synthetic)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Network (synthetic)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Servers get random positions on a plane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Latency = 1 ms + distance x 40 ms + 0-2 ms jitter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Each server links to its nearest earlier server, so the network is connected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Extra nearest-neighbour links set the density</a:t>
            </a:r>
            <a:endParaRPr lang="en-US" sz="1200" dirty="0"/>
          </a:p>
        </p:txBody>
      </p:sp>
      <p:sp>
        <p:nvSpPr>
          <p:cNvPr id="7" name="card-Workload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Workload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916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Task demand: 1 to 10 capacity units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Task value: 5 to 60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Users of each task sit at a random server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Server capacity varies 0.6x to 1.4x of the average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Load = total demand / total capacity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utility(t, s) = value(t) - lambda * latency(origin(t), 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design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46304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481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Topology and workload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51460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Synthetic graph, adjacency lists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38528" y="224028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39696" y="1280160"/>
            <a:ext cx="146304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49424" y="1481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49424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249424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MST backbone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9424" y="251460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Kruskal / Prim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21024" y="224028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22192" y="1280160"/>
            <a:ext cx="146304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31920" y="1481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319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Latency matrix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31920" y="251460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Dijkstra, Floyd-Warshall or Johnson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03520" y="224028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04688" y="1280160"/>
            <a:ext cx="1463040" cy="210312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14416" y="1481328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1441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14416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Placement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14416" y="251460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Greedy proposals + knapsack DP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86016" y="224028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87184" y="1280160"/>
            <a:ext cx="1463040" cy="2103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96912" y="1481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9691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296912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Policy and charts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296912" y="251460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Plans, cost tables, plots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675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Utility of placing task t on server 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" y="3950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utility(t, s) = value(t) - lambda * latency(origin(t), s)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" y="42793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lambda = 1; a task is placed only if its utility is positive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Backbone design with an MST</a:t>
            </a:r>
            <a:endParaRPr lang="en-US" sz="3000" dirty="0"/>
          </a:p>
        </p:txBody>
      </p:sp>
      <p:sp>
        <p:nvSpPr>
          <p:cNvPr id="4" name="card-Kruskal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Kruskal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Sort all links by latency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Add a link if it joins two separate groups (union-find)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Time O(E log E)</a:t>
            </a:r>
            <a:endParaRPr lang="en-US" sz="1300" dirty="0"/>
          </a:p>
        </p:txBody>
      </p:sp>
      <p:sp>
        <p:nvSpPr>
          <p:cNvPr id="7" name="card-Prim"/>
          <p:cNvSpPr/>
          <p:nvPr/>
        </p:nvSpPr>
        <p:spPr>
          <a:xfrm>
            <a:off x="32918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6916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Grow the tree from one server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Always add the cheapest link leaving the tree (binary heap)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Time O(E log V)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18872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32588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74%</a:t>
            </a:r>
            <a:endParaRPr lang="en-US" sz="4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fewer links than the full network, with only V-1 links kept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Use: a cheap backbone for replication and control traffic. It is not used for user latency, because routes on a tree are longer (see policy).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Algorithm choices and complexity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Subproblem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Backbone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Kruskal / Prim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O(E log E) / O(E log V)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Two methods agree: built-in check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Latency, one source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Dijkstra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O((V+E) log V)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Latencies are non-negative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Credits / penalties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Bellman-Ford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O(VE)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Negative edges, detects cycles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All pairs, dense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Floyd-Warshall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O(V^3)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Simple, wins near complete graphs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All pairs, sparse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Johnson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O(VE + V^2 log V)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Reweighting, then Dijkstra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Value upper bound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Fractional knapsack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Greedy is optimal when divisible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Per-server selection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0-1 knapsack DP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O(nC)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Exact, items are indivisible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Deadline batch jobs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Job sequencing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O(n^2)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Greedy by profit, exchange argument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Placement algorithm and correctness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Proposal rounds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Each pending task proposes to its best server (highest positive utility, not banned)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0487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3591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Each server runs 0-1 knapsack DP over its proposals, with its remaining capacity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11810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0723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Chosen tasks are placed; the rest ban that server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83133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7856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Repeat until nothing is pending</a:t>
            </a:r>
            <a:endParaRPr lang="en-US" sz="1300" dirty="0"/>
          </a:p>
        </p:txBody>
      </p:sp>
      <p:sp>
        <p:nvSpPr>
          <p:cNvPr id="17" name="card-Why it is correct"/>
          <p:cNvSpPr/>
          <p:nvPr/>
        </p:nvSpPr>
        <p:spPr>
          <a:xfrm>
            <a:off x="4572000" y="1188720"/>
            <a:ext cx="411480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is correct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Feasible: a server accepts only a knapsack subset that fits its remaining capacity, so capacity is never exceeded (checked in code)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Terminates: every rejection bans one server for that task, so at most V rounds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Locally optimal: DP is exact for each server's proposals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Not globally optimal: the problem is a generalised assignment problem (NP-hard), so we compare with an exact solver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and prototype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6187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188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graph.py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Adjacency-list graph, topology and workload generators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755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mst.py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Kruskal with union-find, Prim with binary heap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957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3225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shortest.py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Dijkstra, Bellman-Ford, Floyd-Warshall, Johnson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9626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889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greedy.py / dp.py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Fractional knapsack, job sequencing, 0-1 knapsack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placement.py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Greedy+DP, baselines, exact MILP, metrics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406</a:t>
            </a:r>
            <a:r>
              <a:rPr lang="en-US" sz="1300" dirty="0">
                <a:solidFill>
                  <a:schemeClr val="tx2"/>
                </a:solidFill>
              </a:rPr>
              <a:t> lines of source   </a:t>
            </a:r>
            <a:r>
              <a:rPr lang="en-US" sz="2800" b="1" dirty="0">
                <a:solidFill>
                  <a:schemeClr val="accent2"/>
                </a:solidFill>
              </a:rPr>
              <a:t>7/7</a:t>
            </a:r>
            <a:r>
              <a:rPr lang="en-US" sz="1300" dirty="0">
                <a:solidFill>
                  <a:schemeClr val="tx2"/>
                </a:solidFill>
              </a:rPr>
              <a:t> tests pass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4846320" y="1188720"/>
            <a:ext cx="384048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Image 0" descr="/home/claude/cloud_task_placement/results/topology_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80160"/>
            <a:ext cx="3566160" cy="302666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83480" y="4224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Demo: 120 tasks on 40 servers, 87.5% placed, 1.72 ms average latency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Experiment setup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188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Runtime vs size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25 to 200 servers, five graph algorithms timed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1188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Sparse vs dense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120 servers, 191 to 3427 links, Floyd-Warshall vs Johnson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42316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423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Quality vs optimum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10 servers, 16 tasks, 12 instances, exact MILP as yardstick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63440" y="242316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2697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2423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Behaviour under load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60 servers, 250 tasks, load 0.4 to 1.5, 4 seeds averaged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Metrics: </a:t>
            </a:r>
            <a:r>
              <a:rPr lang="en-US" sz="1400" dirty="0">
                <a:solidFill>
                  <a:schemeClr val="tx2"/>
                </a:solidFill>
              </a:rPr>
              <a:t>total utility, % of tasks placed, average latency, capacity used, runtime.   </a:t>
            </a:r>
            <a:r>
              <a:rPr lang="en-US" sz="1400" b="1" dirty="0">
                <a:solidFill>
                  <a:schemeClr val="tx1"/>
                </a:solidFill>
              </a:rPr>
              <a:t>Baselines: </a:t>
            </a:r>
            <a:r>
              <a:rPr lang="en-US" sz="1400" dirty="0">
                <a:solidFill>
                  <a:schemeClr val="tx2"/>
                </a:solidFill>
              </a:rPr>
              <a:t>nearest-first (by value) and random placement.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algorithm runtime</a:t>
            </a:r>
            <a:endParaRPr lang="en-US" sz="3000" dirty="0"/>
          </a:p>
        </p:txBody>
      </p:sp>
      <p:pic>
        <p:nvPicPr>
          <p:cNvPr id="4" name="Image 0" descr="/home/claude/cloud_task_placement/results/runtime_vs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029200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60720" y="12801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12x</a:t>
            </a:r>
            <a:endParaRPr lang="en-US" sz="4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Johnson vs Floyd-Warshall at 200 servers (about 25 ms vs 303 ms)</a:t>
            </a:r>
            <a:endParaRPr lang="en-US" sz="4400" dirty="0"/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&lt; 0.4 ms</a:t>
            </a:r>
            <a:endParaRPr lang="en-US" sz="4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Kruskal and Prim at 200 servers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Single run per size on one machine, so treat small differences as noise.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sparse vs dense networks</a:t>
            </a:r>
            <a:endParaRPr lang="en-US" sz="3000" dirty="0"/>
          </a:p>
        </p:txBody>
      </p:sp>
      <p:pic>
        <p:nvPicPr>
          <p:cNvPr id="4" name="Image 0" descr="/home/claude/cloud_task_placement/results/apsp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029200" cy="3017520"/>
          </a:xfrm>
          <a:prstGeom prst="rect">
            <a:avLst/>
          </a:prstGeom>
        </p:spPr>
      </p:pic>
      <p:sp>
        <p:nvSpPr>
          <p:cNvPr id="5" name="card-What we saw"/>
          <p:cNvSpPr/>
          <p:nvPr/>
        </p:nvSpPr>
        <p:spPr>
          <a:xfrm>
            <a:off x="5669280" y="1188720"/>
            <a:ext cx="30175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52160" y="1298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we saw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1691640"/>
            <a:ext cx="2651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191 links: Johnson about 5x faster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3427 links: about 1.2x faster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Floyd-Warshall stays roughly constant, as O(V^3) predicts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Rule: sparse network, use Johnson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solution quality</a:t>
            </a:r>
            <a:endParaRPr lang="en-US" sz="3000" dirty="0"/>
          </a:p>
        </p:txBody>
      </p:sp>
      <p:pic>
        <p:nvPicPr>
          <p:cNvPr id="4" name="Image 0" descr="/home/claude/cloud_task_placement/results/quality_vs_opti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572000" cy="2999232"/>
          </a:xfrm>
          <a:prstGeom prst="rect">
            <a:avLst/>
          </a:prstGeom>
        </p:spPr>
      </p:pic>
      <p:sp>
        <p:nvSpPr>
          <p:cNvPr id="5" name="card-Reading the chart"/>
          <p:cNvSpPr/>
          <p:nvPr/>
        </p:nvSpPr>
        <p:spPr>
          <a:xfrm>
            <a:off x="5303520" y="1188720"/>
            <a:ext cx="3383280" cy="2999232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0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Reading the chart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691640"/>
            <a:ext cx="301752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Optimum from an exact MILP solver (10 servers, 16 tasks)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Greedy+DP: 95.2% (worst case 90.9%)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Nearest-first: 95.4% (worst case 88.0%)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Random: 61.5%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behaviour under load</a:t>
            </a:r>
            <a:endParaRPr lang="en-US" sz="3000" dirty="0"/>
          </a:p>
        </p:txBody>
      </p:sp>
      <p:pic>
        <p:nvPicPr>
          <p:cNvPr id="4" name="Image 0" descr="/home/claude/cloud_task_placement/results/tightness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7680960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 load 1.5: </a:t>
            </a:r>
            <a:r>
              <a:rPr lang="en-US" sz="1400" dirty="0">
                <a:solidFill>
                  <a:schemeClr val="tx2"/>
                </a:solidFill>
              </a:rPr>
              <a:t>Greedy+DP averages 1.07 ms vs 3.73 ms for nearest-first, placing 70.6% vs 67.9% of tasks, with the same utility (6182 vs 6179).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Policy recommendations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Servers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Links (full)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Links (MST)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Link cost cut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Latency stretch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83.6%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1.76x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228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82.6%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2.42x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371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99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81.9%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2.68x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28346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28346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Backbone: </a:t>
            </a:r>
            <a:r>
              <a:rPr lang="en-US" sz="1200" dirty="0">
                <a:solidFill>
                  <a:schemeClr val="tx2"/>
                </a:solidFill>
              </a:rPr>
              <a:t>Use the MST for replication and control traffic; route user traffic on shortest paths.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663440" y="28346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00600" y="28346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Latency matrix: </a:t>
            </a:r>
            <a:r>
              <a:rPr lang="en-US" sz="1200" dirty="0">
                <a:solidFill>
                  <a:schemeClr val="tx2"/>
                </a:solidFill>
              </a:rPr>
              <a:t>Use Johnson on sparse networks, Floyd-Warshall only when links approach V^2.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37490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Placement: </a:t>
            </a:r>
            <a:r>
              <a:rPr lang="en-US" sz="1200" dirty="0">
                <a:solidFill>
                  <a:schemeClr val="tx2"/>
                </a:solidFill>
              </a:rPr>
              <a:t>Use Greedy+DP once load passes 1.0: same utility, far lower latency.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3749040"/>
            <a:ext cx="4023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00600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Capacity: </a:t>
            </a:r>
            <a:r>
              <a:rPr lang="en-US" sz="1200" dirty="0">
                <a:solidFill>
                  <a:schemeClr val="tx2"/>
                </a:solidFill>
              </a:rPr>
              <a:t>Utility fell from 8080 to 6182 as load rose from 0.4 to 1.5: keep headroom.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 and future work</a:t>
            </a:r>
            <a:endParaRPr lang="en-US" sz="3000" dirty="0"/>
          </a:p>
        </p:txBody>
      </p:sp>
      <p:sp>
        <p:nvSpPr>
          <p:cNvPr id="4" name="card-Findings"/>
          <p:cNvSpPr/>
          <p:nvPr/>
        </p:nvSpPr>
        <p:spPr>
          <a:xfrm>
            <a:off x="45720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Findings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Pipeline of MST, shortest paths, greedy and DP solves placement end to end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About 95% of optimal on small cases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Best at keeping latency low under load</a:t>
            </a:r>
            <a:endParaRPr lang="en-US" sz="1300" dirty="0"/>
          </a:p>
        </p:txBody>
      </p:sp>
      <p:sp>
        <p:nvSpPr>
          <p:cNvPr id="7" name="card-Limitations"/>
          <p:cNvSpPr/>
          <p:nvPr/>
        </p:nvSpPr>
        <p:spPr>
          <a:xfrm>
            <a:off x="3246120" y="11887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916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Synthetic topology and workload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One resource type per task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Static workload, no arrivals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Heuristic, not provably optimal</a:t>
            </a:r>
            <a:endParaRPr lang="en-US" sz="1300" dirty="0"/>
          </a:p>
        </p:txBody>
      </p:sp>
      <p:sp>
        <p:nvSpPr>
          <p:cNvPr id="10" name="card-Future work"/>
          <p:cNvSpPr/>
          <p:nvPr/>
        </p:nvSpPr>
        <p:spPr>
          <a:xfrm>
            <a:off x="603504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69164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Multi-resource (CPU, memory) demands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Real network traces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Online arrivals and migration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Replica placement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Bottom line: each textbook algorithm has a clear role, and measuring them showed where each one wins and where it does not.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 Placement">
  <a:themeElements>
    <a:clrScheme name="Cloud Placement">
      <a:dk1>
        <a:srgbClr val="0B2545"/>
      </a:dk1>
      <a:lt1>
        <a:srgbClr val="FFFFFF"/>
      </a:lt1>
      <a:dk2>
        <a:srgbClr val="334E68"/>
      </a:dk2>
      <a:lt2>
        <a:srgbClr val="EEF3F8"/>
      </a:lt2>
      <a:accent1>
        <a:srgbClr val="13A89E"/>
      </a:accent1>
      <a:accent2>
        <a:srgbClr val="F28C28"/>
      </a:accent2>
      <a:accent3>
        <a:srgbClr val="5C6B8A"/>
      </a:accent3>
      <a:accent4>
        <a:srgbClr val="C0392B"/>
      </a:accent4>
      <a:accent5>
        <a:srgbClr val="8D99AE"/>
      </a:accent5>
      <a:accent6>
        <a:srgbClr val="0B2545"/>
      </a:accent6>
      <a:hlink>
        <a:srgbClr val="13A89E"/>
      </a:hlink>
      <a:folHlink>
        <a:srgbClr val="8D99AE"/>
      </a:folHlink>
    </a:clrScheme>
    <a:fontScheme name="Cloud Place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Microsoft Office PowerPoint</Application>
  <PresentationFormat>On-screen Show (16:9)</PresentationFormat>
  <Paragraphs>304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Cloud Placement</vt:lpstr>
      <vt:lpstr>PowerPoint Presentation</vt:lpstr>
      <vt:lpstr>Problem statement</vt:lpstr>
      <vt:lpstr>Background: algorithms used</vt:lpstr>
      <vt:lpstr>Software requirements (SRS)</vt:lpstr>
      <vt:lpstr>Dataset and model</vt:lpstr>
      <vt:lpstr>System design</vt:lpstr>
      <vt:lpstr>Backbone design with an MST</vt:lpstr>
      <vt:lpstr>Algorithm choices and complexity</vt:lpstr>
      <vt:lpstr>Placement algorithm and correctness</vt:lpstr>
      <vt:lpstr>Implementation and prototype</vt:lpstr>
      <vt:lpstr>Experiment setup</vt:lpstr>
      <vt:lpstr>Results: algorithm runtime</vt:lpstr>
      <vt:lpstr>Results: sparse vs dense networks</vt:lpstr>
      <vt:lpstr>Results: solution quality</vt:lpstr>
      <vt:lpstr>Results: behaviour under load</vt:lpstr>
      <vt:lpstr>Policy recommendations</vt:lpstr>
      <vt:lpstr>Conclusion and 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Task Placement - DAA Internal Project</dc:title>
  <dc:subject>PptxGenJS Presentation</dc:subject>
  <dc:creator>Andrew Devasani, Sathyanarayana Varma, G. Daiwik Reddy, G. Keerthan Chowdary</dc:creator>
  <cp:lastModifiedBy>Ghanta Keerthan Chowdary</cp:lastModifiedBy>
  <cp:revision>1</cp:revision>
  <dcterms:created xsi:type="dcterms:W3CDTF">2026-10-06T11:18:17Z</dcterms:created>
  <dcterms:modified xsi:type="dcterms:W3CDTF">2026-10-06T11:23:58Z</dcterms:modified>
</cp:coreProperties>
</file>